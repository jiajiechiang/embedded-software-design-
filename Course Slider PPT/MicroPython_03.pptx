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sldIdLst>
    <p:sldId id="256" r:id="rId4"/>
    <p:sldId id="258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>
        <p:scale>
          <a:sx n="80" d="100"/>
          <a:sy n="80" d="100"/>
        </p:scale>
        <p:origin x="1522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 descr="micropython_cover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925" y="2944813"/>
            <a:ext cx="5715000" cy="3676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2" descr="micropython_cover_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125" y="206375"/>
            <a:ext cx="381000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3" descr="autho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1625" y="6196013"/>
            <a:ext cx="952500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Picture 4" descr="flag_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02625" y="219075"/>
            <a:ext cx="571500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6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027"/>
          <p:cNvSpPr>
            <a:spLocks noGrp="1"/>
          </p:cNvSpPr>
          <p:nvPr>
            <p:ph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1029" name="Date Placeholder 102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Footer Placeholder 102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ctr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1" name="Slide Number Placeholder 1030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r">
              <a:defRPr sz="1400"/>
            </a:lvl1pPr>
          </a:lstStyle>
          <a:p>
            <a:pPr lvl="0" fontAlgn="base"/>
            <a:fld id="{9A0DB2DC-4C9A-4742-B13C-FB6460FD3503}" type="slidenum">
              <a:rPr lang="en-US" alt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lang="en-US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074"/>
          <p:cNvSpPr>
            <a:spLocks noGrp="1"/>
          </p:cNvSpPr>
          <p:nvPr>
            <p:ph type="title"/>
          </p:nvPr>
        </p:nvSpPr>
        <p:spPr>
          <a:xfrm>
            <a:off x="684213" y="274638"/>
            <a:ext cx="80025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075"/>
          <p:cNvSpPr>
            <a:spLocks noGrp="1"/>
          </p:cNvSpPr>
          <p:nvPr>
            <p:ph type="body"/>
          </p:nvPr>
        </p:nvSpPr>
        <p:spPr>
          <a:xfrm>
            <a:off x="4141788" y="1600200"/>
            <a:ext cx="4546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3077" name="Footer Placeholder 307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3078" name="Slide Number Placeholder 307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  <p:pic>
        <p:nvPicPr>
          <p:cNvPr id="2" name="Picture 1" descr="boards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2460" y="1847215"/>
            <a:ext cx="1314450" cy="4432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nner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6035" y="-17145"/>
            <a:ext cx="9197340" cy="1253490"/>
          </a:xfrm>
          <a:prstGeom prst="rect">
            <a:avLst/>
          </a:prstGeom>
        </p:spPr>
      </p:pic>
      <p:sp>
        <p:nvSpPr>
          <p:cNvPr id="3075" name="Title 4098"/>
          <p:cNvSpPr>
            <a:spLocks noGrp="1"/>
          </p:cNvSpPr>
          <p:nvPr>
            <p:ph type="title"/>
          </p:nvPr>
        </p:nvSpPr>
        <p:spPr>
          <a:xfrm>
            <a:off x="2195513" y="101600"/>
            <a:ext cx="67691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4099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4101" name="Date Placeholder 4100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2" name="Footer Placeholder 4101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3" name="Slide Number Placeholder 4102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716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第</a:t>
            </a:r>
            <a:r>
              <a:rPr lang="en-US" altLang="zh-TW" dirty="0"/>
              <a:t>3</a:t>
            </a:r>
            <a:r>
              <a:rPr lang="zh-TW" altLang="en-US" dirty="0"/>
              <a:t>章 MicroPython基本操作</a:t>
            </a:r>
          </a:p>
        </p:txBody>
      </p:sp>
      <p:sp>
        <p:nvSpPr>
          <p:cNvPr id="6146" name="Text Placeholder 7170"/>
          <p:cNvSpPr>
            <a:spLocks noGrp="1"/>
          </p:cNvSpPr>
          <p:nvPr>
            <p:ph idx="1"/>
          </p:nvPr>
        </p:nvSpPr>
        <p:spPr>
          <a:xfrm>
            <a:off x="3035300" y="1912620"/>
            <a:ext cx="5461635" cy="4526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TW" altLang="en-US" sz="2800" dirty="0"/>
              <a:t>Wemos D1 mini控制板接腳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使用import指令匯入程式庫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反覆執行的迴圈程式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互動解譯器模式（REPL）操作說明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上傳程式檔到ESP8266控制板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認識源流與潛流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使用歐姆定律計算電阻值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0241"/>
          <p:cNvSpPr>
            <a:spLocks noGrp="1"/>
          </p:cNvSpPr>
          <p:nvPr>
            <p:ph type="title"/>
          </p:nvPr>
        </p:nvSpPr>
        <p:spPr>
          <a:xfrm>
            <a:off x="1664335" y="101600"/>
            <a:ext cx="7300595" cy="1143000"/>
          </a:xfrm>
        </p:spPr>
        <p:txBody>
          <a:bodyPr anchor="ctr"/>
          <a:lstStyle/>
          <a:p>
            <a:r>
              <a:rPr lang="zh-TW" altLang="en-US" dirty="0"/>
              <a:t>MicroPython程式設計基礎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2</a:t>
            </a:r>
          </a:p>
        </p:txBody>
      </p:sp>
      <p:pic>
        <p:nvPicPr>
          <p:cNvPr id="2" name="Picture 1" descr="3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2314154"/>
            <a:ext cx="3867150" cy="1301750"/>
          </a:xfrm>
          <a:prstGeom prst="rect">
            <a:avLst/>
          </a:prstGeom>
        </p:spPr>
      </p:pic>
      <p:pic>
        <p:nvPicPr>
          <p:cNvPr id="3" name="Picture 2" descr="3_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036" y="2204864"/>
            <a:ext cx="3848100" cy="1606550"/>
          </a:xfrm>
          <a:prstGeom prst="rect">
            <a:avLst/>
          </a:prstGeom>
        </p:spPr>
      </p:pic>
      <p:pic>
        <p:nvPicPr>
          <p:cNvPr id="4" name="Picture 3" descr="3_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4375150"/>
            <a:ext cx="4483100" cy="191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A7E470-D966-4BD3-8CFF-FE0BEB81ECE1}"/>
              </a:ext>
            </a:extLst>
          </p:cNvPr>
          <p:cNvSpPr/>
          <p:nvPr/>
        </p:nvSpPr>
        <p:spPr>
          <a:xfrm>
            <a:off x="266090" y="1517767"/>
            <a:ext cx="35043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MicroPython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的程式要配合硬體的規劃，而且指令敘述要具體、明確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。模組。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610767-4D15-48F4-99AF-44F8641D72AB}"/>
              </a:ext>
            </a:extLst>
          </p:cNvPr>
          <p:cNvSpPr/>
          <p:nvPr/>
        </p:nvSpPr>
        <p:spPr>
          <a:xfrm>
            <a:off x="5025087" y="1517767"/>
            <a:ext cx="3939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原廠的技術文件以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GPIO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前綴來標示每個數位腳，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第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腳有連接一個電阻和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LED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  <a:endParaRPr lang="zh-TW" altLang="en-US" sz="1400" dirty="0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475" y="101600"/>
            <a:ext cx="7196455" cy="1143000"/>
          </a:xfrm>
        </p:spPr>
        <p:txBody>
          <a:bodyPr/>
          <a:lstStyle/>
          <a:p>
            <a:r>
              <a:rPr lang="en-US"/>
              <a:t>匯入控制接腳狀態的程式庫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50691" y="588010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5</a:t>
            </a:r>
          </a:p>
        </p:txBody>
      </p:sp>
      <p:pic>
        <p:nvPicPr>
          <p:cNvPr id="4" name="Picture 3" descr="3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022" y="1483995"/>
            <a:ext cx="4413250" cy="927100"/>
          </a:xfrm>
          <a:prstGeom prst="rect">
            <a:avLst/>
          </a:prstGeom>
        </p:spPr>
      </p:pic>
      <p:pic>
        <p:nvPicPr>
          <p:cNvPr id="6" name="Picture 5" descr="3_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5" y="2795270"/>
            <a:ext cx="3606800" cy="622300"/>
          </a:xfrm>
          <a:prstGeom prst="rect">
            <a:avLst/>
          </a:prstGeom>
        </p:spPr>
      </p:pic>
      <p:pic>
        <p:nvPicPr>
          <p:cNvPr id="7" name="Picture 6" descr="3_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3588385"/>
            <a:ext cx="1885950" cy="787400"/>
          </a:xfrm>
          <a:prstGeom prst="rect">
            <a:avLst/>
          </a:prstGeom>
        </p:spPr>
      </p:pic>
      <p:pic>
        <p:nvPicPr>
          <p:cNvPr id="8" name="Picture 7" descr="3_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75" y="3759835"/>
            <a:ext cx="3917950" cy="768350"/>
          </a:xfrm>
          <a:prstGeom prst="rect">
            <a:avLst/>
          </a:prstGeom>
        </p:spPr>
      </p:pic>
      <p:pic>
        <p:nvPicPr>
          <p:cNvPr id="9" name="Picture 8" descr="3_13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575" y="4767580"/>
            <a:ext cx="3244850" cy="565150"/>
          </a:xfrm>
          <a:prstGeom prst="rect">
            <a:avLst/>
          </a:prstGeom>
        </p:spPr>
      </p:pic>
      <p:pic>
        <p:nvPicPr>
          <p:cNvPr id="10" name="Picture 9" descr="3_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575" y="5631180"/>
            <a:ext cx="3200400" cy="10731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4520238-A09D-4317-A122-3B534CF6B1D9}"/>
              </a:ext>
            </a:extLst>
          </p:cNvPr>
          <p:cNvSpPr/>
          <p:nvPr/>
        </p:nvSpPr>
        <p:spPr>
          <a:xfrm>
            <a:off x="234464" y="1623407"/>
            <a:ext cx="34829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ESP8266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控制板上，與硬體相關的指令都被歸納在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machine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程式庫。</a:t>
            </a:r>
            <a:endParaRPr lang="zh-TW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2CE6A2-A2ED-4ABF-A873-5ACCF07CA5FD}"/>
              </a:ext>
            </a:extLst>
          </p:cNvPr>
          <p:cNvSpPr/>
          <p:nvPr/>
        </p:nvSpPr>
        <p:spPr>
          <a:xfrm>
            <a:off x="234464" y="2638628"/>
            <a:ext cx="34829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使用某個程式庫裡的指令時，需先執行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import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指令匯入程式庫。</a:t>
            </a:r>
            <a:endParaRPr lang="zh-TW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F5FA2-3ABE-422C-AF35-2C6AB940273F}"/>
              </a:ext>
            </a:extLst>
          </p:cNvPr>
          <p:cNvSpPr/>
          <p:nvPr/>
        </p:nvSpPr>
        <p:spPr>
          <a:xfrm>
            <a:off x="234464" y="4809510"/>
            <a:ext cx="34829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Pin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類別名稱之前都要加上“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machine.”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，代表存取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machine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程式庫裡的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Pin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類別。</a:t>
            </a:r>
            <a:endParaRPr lang="zh-TW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697D5F-F815-441D-9320-79F8037FF44B}"/>
              </a:ext>
            </a:extLst>
          </p:cNvPr>
          <p:cNvSpPr/>
          <p:nvPr/>
        </p:nvSpPr>
        <p:spPr>
          <a:xfrm>
            <a:off x="2106672" y="6050658"/>
            <a:ext cx="2177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輸出數位訊號的指令是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Pin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物件裡的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value</a:t>
            </a:r>
            <a:endParaRPr lang="zh-TW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125" y="101600"/>
            <a:ext cx="7075805" cy="1143000"/>
          </a:xfrm>
        </p:spPr>
        <p:txBody>
          <a:bodyPr/>
          <a:lstStyle/>
          <a:p>
            <a:r>
              <a:rPr lang="zh-TW" altLang="en-US" dirty="0"/>
              <a:t>用迴圈執行重複性質的工作</a:t>
            </a:r>
            <a:endParaRPr lang="en-US" dirty="0"/>
          </a:p>
        </p:txBody>
      </p:sp>
      <p:sp>
        <p:nvSpPr>
          <p:cNvPr id="7172" name="Oval 8202"/>
          <p:cNvSpPr/>
          <p:nvPr/>
        </p:nvSpPr>
        <p:spPr>
          <a:xfrm>
            <a:off x="599642" y="4877435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676318" y="5021897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10</a:t>
            </a:r>
          </a:p>
        </p:txBody>
      </p:sp>
      <p:pic>
        <p:nvPicPr>
          <p:cNvPr id="4" name="Picture 3" descr="3_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55" y="2271509"/>
            <a:ext cx="3752850" cy="2178050"/>
          </a:xfrm>
          <a:prstGeom prst="rect">
            <a:avLst/>
          </a:prstGeom>
        </p:spPr>
      </p:pic>
      <p:pic>
        <p:nvPicPr>
          <p:cNvPr id="5" name="Picture 4" descr="3_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74545"/>
            <a:ext cx="3975100" cy="958850"/>
          </a:xfrm>
          <a:prstGeom prst="rect">
            <a:avLst/>
          </a:prstGeom>
        </p:spPr>
      </p:pic>
      <p:pic>
        <p:nvPicPr>
          <p:cNvPr id="6" name="Picture 5" descr="3_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906" y="3610342"/>
            <a:ext cx="2368550" cy="1670050"/>
          </a:xfrm>
          <a:prstGeom prst="rect">
            <a:avLst/>
          </a:prstGeom>
        </p:spPr>
      </p:pic>
      <p:pic>
        <p:nvPicPr>
          <p:cNvPr id="7" name="Picture 6" descr="3_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140" y="5723255"/>
            <a:ext cx="3543300" cy="958850"/>
          </a:xfrm>
          <a:prstGeom prst="rect">
            <a:avLst/>
          </a:prstGeom>
        </p:spPr>
      </p:pic>
      <p:sp>
        <p:nvSpPr>
          <p:cNvPr id="3" name="Oval 8202"/>
          <p:cNvSpPr/>
          <p:nvPr/>
        </p:nvSpPr>
        <p:spPr>
          <a:xfrm>
            <a:off x="582527" y="5911979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" name="Text Box 8203"/>
          <p:cNvSpPr txBox="1"/>
          <p:nvPr/>
        </p:nvSpPr>
        <p:spPr>
          <a:xfrm>
            <a:off x="659203" y="6056441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5524DF-90F5-4ED1-813C-6D881E089BF5}"/>
              </a:ext>
            </a:extLst>
          </p:cNvPr>
          <p:cNvSpPr/>
          <p:nvPr/>
        </p:nvSpPr>
        <p:spPr>
          <a:xfrm>
            <a:off x="4572000" y="1647557"/>
            <a:ext cx="31722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for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迴圈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執行已知迴圈次數的敘述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0A46E7-7A63-4A8B-BCDC-BF5C378F93A9}"/>
              </a:ext>
            </a:extLst>
          </p:cNvPr>
          <p:cNvSpPr/>
          <p:nvPr/>
        </p:nvSpPr>
        <p:spPr>
          <a:xfrm>
            <a:off x="349251" y="1647557"/>
            <a:ext cx="26385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讓腳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LED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閃爍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次，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每次閃爍間隔時間為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0.5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秒：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067071-CF2B-4183-89C1-43CB85E0976E}"/>
              </a:ext>
            </a:extLst>
          </p:cNvPr>
          <p:cNvSpPr/>
          <p:nvPr/>
        </p:nvSpPr>
        <p:spPr>
          <a:xfrm>
            <a:off x="4572000" y="3709451"/>
            <a:ext cx="31722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for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迴圈構成的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閃爍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LED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程式碼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E4F67B-4FCF-4DAF-AF9D-D4E682DDEA25}"/>
              </a:ext>
            </a:extLst>
          </p:cNvPr>
          <p:cNvSpPr/>
          <p:nvPr/>
        </p:nvSpPr>
        <p:spPr>
          <a:xfrm>
            <a:off x="2339752" y="5846912"/>
            <a:ext cx="24372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while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迴圈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：執行已知次數或無限重複的工作。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上傳程式檔到ESP8266控制板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661744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06206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18</a:t>
            </a:r>
          </a:p>
        </p:txBody>
      </p:sp>
      <p:pic>
        <p:nvPicPr>
          <p:cNvPr id="3" name="Picture 2" descr="3_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91" y="2358298"/>
            <a:ext cx="3530600" cy="412750"/>
          </a:xfrm>
          <a:prstGeom prst="rect">
            <a:avLst/>
          </a:prstGeom>
        </p:spPr>
      </p:pic>
      <p:pic>
        <p:nvPicPr>
          <p:cNvPr id="4" name="Picture 3" descr="3_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55" y="3164582"/>
            <a:ext cx="3594100" cy="552450"/>
          </a:xfrm>
          <a:prstGeom prst="rect">
            <a:avLst/>
          </a:prstGeom>
        </p:spPr>
      </p:pic>
      <p:pic>
        <p:nvPicPr>
          <p:cNvPr id="6" name="Picture 5" descr="3_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361" y="2276872"/>
            <a:ext cx="3530600" cy="946150"/>
          </a:xfrm>
          <a:prstGeom prst="rect">
            <a:avLst/>
          </a:prstGeom>
        </p:spPr>
      </p:pic>
      <p:pic>
        <p:nvPicPr>
          <p:cNvPr id="7" name="Picture 6" descr="3_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345" y="3965869"/>
            <a:ext cx="3892550" cy="1352550"/>
          </a:xfrm>
          <a:prstGeom prst="rect">
            <a:avLst/>
          </a:prstGeom>
        </p:spPr>
      </p:pic>
      <p:pic>
        <p:nvPicPr>
          <p:cNvPr id="9" name="Picture 8" descr="3_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560" y="5824562"/>
            <a:ext cx="3956050" cy="4127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A894C3-18BA-483B-99C6-FD14D2CCAB72}"/>
              </a:ext>
            </a:extLst>
          </p:cNvPr>
          <p:cNvSpPr/>
          <p:nvPr/>
        </p:nvSpPr>
        <p:spPr>
          <a:xfrm>
            <a:off x="430689" y="1569526"/>
            <a:ext cx="70450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透過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USB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線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：在電腦的文字命令列（終端機）透過工具程式上傳。</a:t>
            </a:r>
            <a:endParaRPr lang="zh-TW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透過網頁瀏覽器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ESP8266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控制板需要事先設定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Wi-Fi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連線。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4EA157-70DB-4E41-B858-45BD4E2DAA06}"/>
              </a:ext>
            </a:extLst>
          </p:cNvPr>
          <p:cNvSpPr/>
          <p:nvPr/>
        </p:nvSpPr>
        <p:spPr>
          <a:xfrm>
            <a:off x="2195513" y="4018371"/>
            <a:ext cx="2629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瀏覽到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磁碟的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B1F1B0-09D1-4E52-94C6-496A21418A73}"/>
              </a:ext>
            </a:extLst>
          </p:cNvPr>
          <p:cNvSpPr/>
          <p:nvPr/>
        </p:nvSpPr>
        <p:spPr>
          <a:xfrm>
            <a:off x="1961907" y="5824562"/>
            <a:ext cx="2629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blink.py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的控制板並立即執行：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透過ampy傳入Python程式碼給控制板執行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18</a:t>
            </a:r>
          </a:p>
        </p:txBody>
      </p:sp>
      <p:pic>
        <p:nvPicPr>
          <p:cNvPr id="4" name="Picture 3" descr="3_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20" y="1636524"/>
            <a:ext cx="4572000" cy="622300"/>
          </a:xfrm>
          <a:prstGeom prst="rect">
            <a:avLst/>
          </a:prstGeom>
        </p:spPr>
      </p:pic>
      <p:pic>
        <p:nvPicPr>
          <p:cNvPr id="5" name="Picture 4" descr="3_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20" y="2659886"/>
            <a:ext cx="3270250" cy="431800"/>
          </a:xfrm>
          <a:prstGeom prst="rect">
            <a:avLst/>
          </a:prstGeom>
        </p:spPr>
      </p:pic>
      <p:pic>
        <p:nvPicPr>
          <p:cNvPr id="6" name="Picture 5" descr="3_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270" y="3620770"/>
            <a:ext cx="3765550" cy="1123950"/>
          </a:xfrm>
          <a:prstGeom prst="rect">
            <a:avLst/>
          </a:prstGeom>
        </p:spPr>
      </p:pic>
      <p:pic>
        <p:nvPicPr>
          <p:cNvPr id="7" name="Picture 6" descr="3_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5231765"/>
            <a:ext cx="4413250" cy="14795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758827-58D0-45AF-8640-1B7015993210}"/>
              </a:ext>
            </a:extLst>
          </p:cNvPr>
          <p:cNvSpPr/>
          <p:nvPr/>
        </p:nvSpPr>
        <p:spPr>
          <a:xfrm>
            <a:off x="179512" y="1748155"/>
            <a:ext cx="2736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使用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put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參數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可將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Python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程式檔儲存在控制板的快閃記憶體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068B1A-B035-4ED0-9E6C-A51F84DB33DB}"/>
              </a:ext>
            </a:extLst>
          </p:cNvPr>
          <p:cNvSpPr/>
          <p:nvPr/>
        </p:nvSpPr>
        <p:spPr>
          <a:xfrm>
            <a:off x="179512" y="2614176"/>
            <a:ext cx="2736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import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敘述匯入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blink.py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，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新細明體" panose="02020500000000000000" pitchFamily="18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執行程式檔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D6F582-E21B-4791-AB58-0179472C65B0}"/>
              </a:ext>
            </a:extLst>
          </p:cNvPr>
          <p:cNvSpPr/>
          <p:nvPr/>
        </p:nvSpPr>
        <p:spPr>
          <a:xfrm>
            <a:off x="179512" y="3705881"/>
            <a:ext cx="27363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列舉控制板快閃記憶體裡的檔案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F83F15-C3E1-4F3A-A8CF-9ACD6BCEB6EA}"/>
              </a:ext>
            </a:extLst>
          </p:cNvPr>
          <p:cNvSpPr/>
          <p:nvPr/>
        </p:nvSpPr>
        <p:spPr>
          <a:xfrm>
            <a:off x="179512" y="5188547"/>
            <a:ext cx="31683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get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參數：呈現控制板裡的程式檔內容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動手做3-2：自行連接LED</a:t>
            </a:r>
          </a:p>
        </p:txBody>
      </p:sp>
      <p:sp>
        <p:nvSpPr>
          <p:cNvPr id="7172" name="Oval 8202"/>
          <p:cNvSpPr/>
          <p:nvPr/>
        </p:nvSpPr>
        <p:spPr>
          <a:xfrm>
            <a:off x="349250" y="573563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25926" y="588010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24</a:t>
            </a:r>
          </a:p>
        </p:txBody>
      </p:sp>
      <p:pic>
        <p:nvPicPr>
          <p:cNvPr id="4" name="Picture 3" descr="3_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395095"/>
            <a:ext cx="4527550" cy="1981200"/>
          </a:xfrm>
          <a:prstGeom prst="rect">
            <a:avLst/>
          </a:prstGeom>
        </p:spPr>
      </p:pic>
      <p:pic>
        <p:nvPicPr>
          <p:cNvPr id="5" name="Picture 4" descr="3_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078" y="3770630"/>
            <a:ext cx="3708400" cy="965200"/>
          </a:xfrm>
          <a:prstGeom prst="rect">
            <a:avLst/>
          </a:prstGeom>
        </p:spPr>
      </p:pic>
      <p:pic>
        <p:nvPicPr>
          <p:cNvPr id="6" name="Picture 5" descr="3_47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078" y="5205730"/>
            <a:ext cx="3708400" cy="14922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9D4495-D429-43F7-BA70-14C1C466555A}"/>
              </a:ext>
            </a:extLst>
          </p:cNvPr>
          <p:cNvSpPr/>
          <p:nvPr/>
        </p:nvSpPr>
        <p:spPr>
          <a:xfrm>
            <a:off x="718840" y="2397899"/>
            <a:ext cx="28440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採「源流」接法，控制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LED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閃爍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086058-B57C-48F1-BBA6-81714E46DF48}"/>
              </a:ext>
            </a:extLst>
          </p:cNvPr>
          <p:cNvSpPr/>
          <p:nvPr/>
        </p:nvSpPr>
        <p:spPr>
          <a:xfrm>
            <a:off x="718840" y="3936504"/>
            <a:ext cx="3203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透過輸出高、低電位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，控制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LED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閃爍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C33422-DFE8-431A-9ABD-ED1A73216525}"/>
              </a:ext>
            </a:extLst>
          </p:cNvPr>
          <p:cNvSpPr/>
          <p:nvPr/>
        </p:nvSpPr>
        <p:spPr>
          <a:xfrm>
            <a:off x="718840" y="5170011"/>
            <a:ext cx="3214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Signal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類別設定正、反相輸出值：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用歐姆定律計算出限流電阻值</a:t>
            </a:r>
          </a:p>
        </p:txBody>
      </p:sp>
      <p:sp>
        <p:nvSpPr>
          <p:cNvPr id="7172" name="Oval 8202"/>
          <p:cNvSpPr/>
          <p:nvPr/>
        </p:nvSpPr>
        <p:spPr>
          <a:xfrm>
            <a:off x="7458710" y="3032443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7535386" y="3176905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-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24</a:t>
            </a:r>
          </a:p>
        </p:txBody>
      </p:sp>
      <p:pic>
        <p:nvPicPr>
          <p:cNvPr id="4" name="Picture 3" descr="3_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654810"/>
            <a:ext cx="1568450" cy="781050"/>
          </a:xfrm>
          <a:prstGeom prst="rect">
            <a:avLst/>
          </a:prstGeom>
        </p:spPr>
      </p:pic>
      <p:pic>
        <p:nvPicPr>
          <p:cNvPr id="5" name="Picture 4" descr="3_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855" y="1423035"/>
            <a:ext cx="4051300" cy="1104900"/>
          </a:xfrm>
          <a:prstGeom prst="rect">
            <a:avLst/>
          </a:prstGeom>
        </p:spPr>
      </p:pic>
      <p:pic>
        <p:nvPicPr>
          <p:cNvPr id="6" name="Picture 5" descr="3_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" y="2959735"/>
            <a:ext cx="3790950" cy="793750"/>
          </a:xfrm>
          <a:prstGeom prst="rect">
            <a:avLst/>
          </a:prstGeom>
        </p:spPr>
      </p:pic>
      <p:pic>
        <p:nvPicPr>
          <p:cNvPr id="7" name="Picture 6" descr="3_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375" y="4460875"/>
            <a:ext cx="1981200" cy="1098550"/>
          </a:xfrm>
          <a:prstGeom prst="rect">
            <a:avLst/>
          </a:prstGeom>
        </p:spPr>
      </p:pic>
      <p:pic>
        <p:nvPicPr>
          <p:cNvPr id="8" name="Picture 7" descr="3_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0375" y="5736590"/>
            <a:ext cx="3035300" cy="374650"/>
          </a:xfrm>
          <a:prstGeom prst="rect">
            <a:avLst/>
          </a:prstGeom>
        </p:spPr>
      </p:pic>
      <p:pic>
        <p:nvPicPr>
          <p:cNvPr id="9" name="Picture 8" descr="3_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65" y="4326255"/>
            <a:ext cx="4400550" cy="2254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Technolog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216606"/>
      </a:accent1>
      <a:accent2>
        <a:srgbClr val="669900"/>
      </a:accent2>
      <a:accent3>
        <a:srgbClr val="FFFFFF"/>
      </a:accent3>
      <a:accent4>
        <a:srgbClr val="000000"/>
      </a:accent4>
      <a:accent5>
        <a:srgbClr val="ABB9AA"/>
      </a:accent5>
      <a:accent6>
        <a:srgbClr val="5B8900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216606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ABB9AA"/>
        </a:accent5>
        <a:accent6>
          <a:srgbClr val="5B8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448</Words>
  <Application>Microsoft Office PowerPoint</Application>
  <PresentationFormat>如螢幕大小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微軟正黑體</vt:lpstr>
      <vt:lpstr>Arial</vt:lpstr>
      <vt:lpstr>Green Technology</vt:lpstr>
      <vt:lpstr>Custom Design</vt:lpstr>
      <vt:lpstr>Custom Design_2</vt:lpstr>
      <vt:lpstr>PowerPoint 簡報</vt:lpstr>
      <vt:lpstr>第3章 MicroPython基本操作</vt:lpstr>
      <vt:lpstr>MicroPython程式設計基礎</vt:lpstr>
      <vt:lpstr>匯入控制接腳狀態的程式庫</vt:lpstr>
      <vt:lpstr>用迴圈執行重複性質的工作</vt:lpstr>
      <vt:lpstr>上傳程式檔到ESP8266控制板</vt:lpstr>
      <vt:lpstr>透過ampy傳入Python程式碼給控制板執行</vt:lpstr>
      <vt:lpstr>動手做3-2：自行連接LED</vt:lpstr>
      <vt:lpstr>用歐姆定律計算出限流電阻值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認識MicroPython與ESP8266控制板</dc:title>
  <dc:creator>趙英傑</dc:creator>
  <cp:lastModifiedBy>Ying-Chieh Chao</cp:lastModifiedBy>
  <cp:revision>41</cp:revision>
  <dcterms:created xsi:type="dcterms:W3CDTF">2013-06-03T22:45:00Z</dcterms:created>
  <dcterms:modified xsi:type="dcterms:W3CDTF">2019-09-11T06:01:28Z</dcterms:modified>
  <cp:category>超圖解 Python 物聯網實作入門：使用 ESP8266 與 MicroPython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1033-10.2.0.6051</vt:lpwstr>
  </property>
</Properties>
</file>